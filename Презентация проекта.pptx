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5" r:id="rId7"/>
    <p:sldId id="261" r:id="rId8"/>
    <p:sldId id="266" r:id="rId9"/>
    <p:sldId id="262" r:id="rId10"/>
    <p:sldId id="263" r:id="rId11"/>
    <p:sldId id="264" r:id="rId12"/>
    <p:sldId id="267" r:id="rId1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139A641-FA9C-4E7C-90ED-AE1862869FAA}" v="2121" dt="2026-01-29T14:31:01.00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2" autoAdjust="0"/>
    <p:restoredTop sz="94660"/>
  </p:normalViewPr>
  <p:slideViewPr>
    <p:cSldViewPr snapToGrid="0">
      <p:cViewPr varScale="1">
        <p:scale>
          <a:sx n="89" d="100"/>
          <a:sy n="89" d="100"/>
        </p:scale>
        <p:origin x="8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Камиль Рахимов" userId="00bbe5037eb9e547" providerId="Windows Live" clId="Web-{3139A641-FA9C-4E7C-90ED-AE1862869FAA}"/>
    <pc:docChg chg="addSld delSld modSld">
      <pc:chgData name="Камиль Рахимов" userId="00bbe5037eb9e547" providerId="Windows Live" clId="Web-{3139A641-FA9C-4E7C-90ED-AE1862869FAA}" dt="2026-01-29T14:31:01.007" v="2094" actId="20577"/>
      <pc:docMkLst>
        <pc:docMk/>
      </pc:docMkLst>
      <pc:sldChg chg="modSp">
        <pc:chgData name="Камиль Рахимов" userId="00bbe5037eb9e547" providerId="Windows Live" clId="Web-{3139A641-FA9C-4E7C-90ED-AE1862869FAA}" dt="2026-01-29T13:38:44.664" v="43" actId="20577"/>
        <pc:sldMkLst>
          <pc:docMk/>
          <pc:sldMk cId="1351651579" sldId="256"/>
        </pc:sldMkLst>
        <pc:spChg chg="mod">
          <ac:chgData name="Камиль Рахимов" userId="00bbe5037eb9e547" providerId="Windows Live" clId="Web-{3139A641-FA9C-4E7C-90ED-AE1862869FAA}" dt="2026-01-29T13:38:30.789" v="25" actId="20577"/>
          <ac:spMkLst>
            <pc:docMk/>
            <pc:sldMk cId="1351651579" sldId="256"/>
            <ac:spMk id="2" creationId="{00000000-0000-0000-0000-000000000000}"/>
          </ac:spMkLst>
        </pc:spChg>
        <pc:spChg chg="mod">
          <ac:chgData name="Камиль Рахимов" userId="00bbe5037eb9e547" providerId="Windows Live" clId="Web-{3139A641-FA9C-4E7C-90ED-AE1862869FAA}" dt="2026-01-29T13:38:44.664" v="43" actId="20577"/>
          <ac:spMkLst>
            <pc:docMk/>
            <pc:sldMk cId="1351651579" sldId="256"/>
            <ac:spMk id="3" creationId="{00000000-0000-0000-0000-000000000000}"/>
          </ac:spMkLst>
        </pc:spChg>
      </pc:sldChg>
      <pc:sldChg chg="addSp modSp new">
        <pc:chgData name="Камиль Рахимов" userId="00bbe5037eb9e547" providerId="Windows Live" clId="Web-{3139A641-FA9C-4E7C-90ED-AE1862869FAA}" dt="2026-01-29T13:44:20.975" v="231" actId="1076"/>
        <pc:sldMkLst>
          <pc:docMk/>
          <pc:sldMk cId="2456623705" sldId="257"/>
        </pc:sldMkLst>
        <pc:spChg chg="mod">
          <ac:chgData name="Камиль Рахимов" userId="00bbe5037eb9e547" providerId="Windows Live" clId="Web-{3139A641-FA9C-4E7C-90ED-AE1862869FAA}" dt="2026-01-29T13:39:37.165" v="51" actId="20577"/>
          <ac:spMkLst>
            <pc:docMk/>
            <pc:sldMk cId="2456623705" sldId="257"/>
            <ac:spMk id="2" creationId="{63FAC387-1F49-3387-210E-BA7E3D24ED11}"/>
          </ac:spMkLst>
        </pc:spChg>
        <pc:spChg chg="mod">
          <ac:chgData name="Камиль Рахимов" userId="00bbe5037eb9e547" providerId="Windows Live" clId="Web-{3139A641-FA9C-4E7C-90ED-AE1862869FAA}" dt="2026-01-29T13:44:11.255" v="228" actId="20577"/>
          <ac:spMkLst>
            <pc:docMk/>
            <pc:sldMk cId="2456623705" sldId="257"/>
            <ac:spMk id="3" creationId="{9ADCD799-30B8-7301-A1CF-BA45F038CA00}"/>
          </ac:spMkLst>
        </pc:spChg>
        <pc:picChg chg="add mod">
          <ac:chgData name="Камиль Рахимов" userId="00bbe5037eb9e547" providerId="Windows Live" clId="Web-{3139A641-FA9C-4E7C-90ED-AE1862869FAA}" dt="2026-01-29T13:44:20.975" v="231" actId="1076"/>
          <ac:picMkLst>
            <pc:docMk/>
            <pc:sldMk cId="2456623705" sldId="257"/>
            <ac:picMk id="4" creationId="{AC1CF036-140E-BEBF-D380-EDEDC47B9183}"/>
          </ac:picMkLst>
        </pc:picChg>
      </pc:sldChg>
      <pc:sldChg chg="modSp new">
        <pc:chgData name="Камиль Рахимов" userId="00bbe5037eb9e547" providerId="Windows Live" clId="Web-{3139A641-FA9C-4E7C-90ED-AE1862869FAA}" dt="2026-01-29T13:47:27.970" v="319" actId="20577"/>
        <pc:sldMkLst>
          <pc:docMk/>
          <pc:sldMk cId="4288837763" sldId="258"/>
        </pc:sldMkLst>
        <pc:spChg chg="mod">
          <ac:chgData name="Камиль Рахимов" userId="00bbe5037eb9e547" providerId="Windows Live" clId="Web-{3139A641-FA9C-4E7C-90ED-AE1862869FAA}" dt="2026-01-29T13:44:53.071" v="244" actId="20577"/>
          <ac:spMkLst>
            <pc:docMk/>
            <pc:sldMk cId="4288837763" sldId="258"/>
            <ac:spMk id="2" creationId="{A7956699-4912-E35F-B593-A140378B1009}"/>
          </ac:spMkLst>
        </pc:spChg>
        <pc:spChg chg="mod">
          <ac:chgData name="Камиль Рахимов" userId="00bbe5037eb9e547" providerId="Windows Live" clId="Web-{3139A641-FA9C-4E7C-90ED-AE1862869FAA}" dt="2026-01-29T13:47:27.970" v="319" actId="20577"/>
          <ac:spMkLst>
            <pc:docMk/>
            <pc:sldMk cId="4288837763" sldId="258"/>
            <ac:spMk id="3" creationId="{9A742767-0D53-C214-88EF-3CE3DA7F40A9}"/>
          </ac:spMkLst>
        </pc:spChg>
      </pc:sldChg>
      <pc:sldChg chg="modSp new">
        <pc:chgData name="Камиль Рахимов" userId="00bbe5037eb9e547" providerId="Windows Live" clId="Web-{3139A641-FA9C-4E7C-90ED-AE1862869FAA}" dt="2026-01-29T13:56:41.175" v="681" actId="20577"/>
        <pc:sldMkLst>
          <pc:docMk/>
          <pc:sldMk cId="1350337448" sldId="259"/>
        </pc:sldMkLst>
        <pc:spChg chg="mod">
          <ac:chgData name="Камиль Рахимов" userId="00bbe5037eb9e547" providerId="Windows Live" clId="Web-{3139A641-FA9C-4E7C-90ED-AE1862869FAA}" dt="2026-01-29T13:48:06.597" v="327" actId="20577"/>
          <ac:spMkLst>
            <pc:docMk/>
            <pc:sldMk cId="1350337448" sldId="259"/>
            <ac:spMk id="2" creationId="{662F107B-10E2-6BB9-8D1D-D8BFF4B7CF85}"/>
          </ac:spMkLst>
        </pc:spChg>
        <pc:spChg chg="mod">
          <ac:chgData name="Камиль Рахимов" userId="00bbe5037eb9e547" providerId="Windows Live" clId="Web-{3139A641-FA9C-4E7C-90ED-AE1862869FAA}" dt="2026-01-29T13:56:41.175" v="681" actId="20577"/>
          <ac:spMkLst>
            <pc:docMk/>
            <pc:sldMk cId="1350337448" sldId="259"/>
            <ac:spMk id="3" creationId="{F174C8B9-FC27-8D3B-A15A-02C769FAECDF}"/>
          </ac:spMkLst>
        </pc:spChg>
      </pc:sldChg>
      <pc:sldChg chg="addSp delSp modSp new">
        <pc:chgData name="Камиль Рахимов" userId="00bbe5037eb9e547" providerId="Windows Live" clId="Web-{3139A641-FA9C-4E7C-90ED-AE1862869FAA}" dt="2026-01-29T13:54:25.454" v="565" actId="20577"/>
        <pc:sldMkLst>
          <pc:docMk/>
          <pc:sldMk cId="727495532" sldId="260"/>
        </pc:sldMkLst>
        <pc:spChg chg="mod">
          <ac:chgData name="Камиль Рахимов" userId="00bbe5037eb9e547" providerId="Windows Live" clId="Web-{3139A641-FA9C-4E7C-90ED-AE1862869FAA}" dt="2026-01-29T13:52:11.622" v="422" actId="20577"/>
          <ac:spMkLst>
            <pc:docMk/>
            <pc:sldMk cId="727495532" sldId="260"/>
            <ac:spMk id="2" creationId="{0F3BE1CD-D5CE-F959-A8ED-9FE40F54E0D2}"/>
          </ac:spMkLst>
        </pc:spChg>
        <pc:spChg chg="add del mod">
          <ac:chgData name="Камиль Рахимов" userId="00bbe5037eb9e547" providerId="Windows Live" clId="Web-{3139A641-FA9C-4E7C-90ED-AE1862869FAA}" dt="2026-01-29T13:54:25.454" v="565" actId="20577"/>
          <ac:spMkLst>
            <pc:docMk/>
            <pc:sldMk cId="727495532" sldId="260"/>
            <ac:spMk id="3" creationId="{EC8F29A0-B8D9-FD70-ACC1-11CCEF32FD38}"/>
          </ac:spMkLst>
        </pc:spChg>
        <pc:spChg chg="add del mod">
          <ac:chgData name="Камиль Рахимов" userId="00bbe5037eb9e547" providerId="Windows Live" clId="Web-{3139A641-FA9C-4E7C-90ED-AE1862869FAA}" dt="2026-01-29T13:52:42.576" v="445"/>
          <ac:spMkLst>
            <pc:docMk/>
            <pc:sldMk cId="727495532" sldId="260"/>
            <ac:spMk id="5" creationId="{C5CAD5EE-E48E-6EC3-0CE7-314BD9520DEE}"/>
          </ac:spMkLst>
        </pc:spChg>
      </pc:sldChg>
      <pc:sldChg chg="addSp modSp new">
        <pc:chgData name="Камиль Рахимов" userId="00bbe5037eb9e547" providerId="Windows Live" clId="Web-{3139A641-FA9C-4E7C-90ED-AE1862869FAA}" dt="2026-01-29T14:04:45.386" v="949" actId="20577"/>
        <pc:sldMkLst>
          <pc:docMk/>
          <pc:sldMk cId="1904735529" sldId="261"/>
        </pc:sldMkLst>
        <pc:spChg chg="mod">
          <ac:chgData name="Камиль Рахимов" userId="00bbe5037eb9e547" providerId="Windows Live" clId="Web-{3139A641-FA9C-4E7C-90ED-AE1862869FAA}" dt="2026-01-29T13:57:04.800" v="696" actId="20577"/>
          <ac:spMkLst>
            <pc:docMk/>
            <pc:sldMk cId="1904735529" sldId="261"/>
            <ac:spMk id="2" creationId="{315DC1C9-07E6-9F7C-3E0D-AD0895A19C14}"/>
          </ac:spMkLst>
        </pc:spChg>
        <pc:spChg chg="mod">
          <ac:chgData name="Камиль Рахимов" userId="00bbe5037eb9e547" providerId="Windows Live" clId="Web-{3139A641-FA9C-4E7C-90ED-AE1862869FAA}" dt="2026-01-29T14:04:45.386" v="949" actId="20577"/>
          <ac:spMkLst>
            <pc:docMk/>
            <pc:sldMk cId="1904735529" sldId="261"/>
            <ac:spMk id="3" creationId="{F3E6D8B3-ADE5-FD8E-0166-44A489EC256F}"/>
          </ac:spMkLst>
        </pc:spChg>
        <pc:picChg chg="add mod modCrop">
          <ac:chgData name="Камиль Рахимов" userId="00bbe5037eb9e547" providerId="Windows Live" clId="Web-{3139A641-FA9C-4E7C-90ED-AE1862869FAA}" dt="2026-01-29T14:03:00.553" v="884" actId="1076"/>
          <ac:picMkLst>
            <pc:docMk/>
            <pc:sldMk cId="1904735529" sldId="261"/>
            <ac:picMk id="4" creationId="{B67F7E3E-CF41-1396-0854-B231D5D66429}"/>
          </ac:picMkLst>
        </pc:picChg>
      </pc:sldChg>
      <pc:sldChg chg="modSp new">
        <pc:chgData name="Камиль Рахимов" userId="00bbe5037eb9e547" providerId="Windows Live" clId="Web-{3139A641-FA9C-4E7C-90ED-AE1862869FAA}" dt="2026-01-29T14:09:39.804" v="1124" actId="20577"/>
        <pc:sldMkLst>
          <pc:docMk/>
          <pc:sldMk cId="4049731700" sldId="262"/>
        </pc:sldMkLst>
        <pc:spChg chg="mod">
          <ac:chgData name="Камиль Рахимов" userId="00bbe5037eb9e547" providerId="Windows Live" clId="Web-{3139A641-FA9C-4E7C-90ED-AE1862869FAA}" dt="2026-01-29T14:04:52.105" v="958" actId="20577"/>
          <ac:spMkLst>
            <pc:docMk/>
            <pc:sldMk cId="4049731700" sldId="262"/>
            <ac:spMk id="2" creationId="{FE92168B-B3BE-6629-ECFB-CD4660500C76}"/>
          </ac:spMkLst>
        </pc:spChg>
        <pc:spChg chg="mod">
          <ac:chgData name="Камиль Рахимов" userId="00bbe5037eb9e547" providerId="Windows Live" clId="Web-{3139A641-FA9C-4E7C-90ED-AE1862869FAA}" dt="2026-01-29T14:09:39.804" v="1124" actId="20577"/>
          <ac:spMkLst>
            <pc:docMk/>
            <pc:sldMk cId="4049731700" sldId="262"/>
            <ac:spMk id="3" creationId="{CA7D6B41-C3B5-EF5F-113F-8292F2E683A1}"/>
          </ac:spMkLst>
        </pc:spChg>
      </pc:sldChg>
      <pc:sldChg chg="modSp new">
        <pc:chgData name="Камиль Рахимов" userId="00bbe5037eb9e547" providerId="Windows Live" clId="Web-{3139A641-FA9C-4E7C-90ED-AE1862869FAA}" dt="2026-01-29T14:13:24.403" v="1336" actId="20577"/>
        <pc:sldMkLst>
          <pc:docMk/>
          <pc:sldMk cId="2088956758" sldId="263"/>
        </pc:sldMkLst>
        <pc:spChg chg="mod">
          <ac:chgData name="Камиль Рахимов" userId="00bbe5037eb9e547" providerId="Windows Live" clId="Web-{3139A641-FA9C-4E7C-90ED-AE1862869FAA}" dt="2026-01-29T14:10:06.961" v="1136" actId="20577"/>
          <ac:spMkLst>
            <pc:docMk/>
            <pc:sldMk cId="2088956758" sldId="263"/>
            <ac:spMk id="2" creationId="{BF5DE2C4-3989-0B2D-53B3-225505405A91}"/>
          </ac:spMkLst>
        </pc:spChg>
        <pc:spChg chg="mod">
          <ac:chgData name="Камиль Рахимов" userId="00bbe5037eb9e547" providerId="Windows Live" clId="Web-{3139A641-FA9C-4E7C-90ED-AE1862869FAA}" dt="2026-01-29T14:13:24.403" v="1336" actId="20577"/>
          <ac:spMkLst>
            <pc:docMk/>
            <pc:sldMk cId="2088956758" sldId="263"/>
            <ac:spMk id="3" creationId="{5A9DE4B2-3BA5-77E4-DAED-89920D38B7CD}"/>
          </ac:spMkLst>
        </pc:spChg>
      </pc:sldChg>
      <pc:sldChg chg="addSp modSp new del mod modClrScheme chgLayout">
        <pc:chgData name="Камиль Рахимов" userId="00bbe5037eb9e547" providerId="Windows Live" clId="Web-{3139A641-FA9C-4E7C-90ED-AE1862869FAA}" dt="2026-01-29T14:14:03.826" v="1339"/>
        <pc:sldMkLst>
          <pc:docMk/>
          <pc:sldMk cId="159053208" sldId="264"/>
        </pc:sldMkLst>
        <pc:spChg chg="mod ord">
          <ac:chgData name="Камиль Рахимов" userId="00bbe5037eb9e547" providerId="Windows Live" clId="Web-{3139A641-FA9C-4E7C-90ED-AE1862869FAA}" dt="2026-01-29T14:13:41.450" v="1338"/>
          <ac:spMkLst>
            <pc:docMk/>
            <pc:sldMk cId="159053208" sldId="264"/>
            <ac:spMk id="2" creationId="{CCBC772A-3112-6867-CFFE-987920BE9504}"/>
          </ac:spMkLst>
        </pc:spChg>
        <pc:spChg chg="mod ord">
          <ac:chgData name="Камиль Рахимов" userId="00bbe5037eb9e547" providerId="Windows Live" clId="Web-{3139A641-FA9C-4E7C-90ED-AE1862869FAA}" dt="2026-01-29T14:13:41.450" v="1338"/>
          <ac:spMkLst>
            <pc:docMk/>
            <pc:sldMk cId="159053208" sldId="264"/>
            <ac:spMk id="3" creationId="{5CFA842A-1283-579A-6289-15B2A9BBA487}"/>
          </ac:spMkLst>
        </pc:spChg>
        <pc:spChg chg="add mod ord">
          <ac:chgData name="Камиль Рахимов" userId="00bbe5037eb9e547" providerId="Windows Live" clId="Web-{3139A641-FA9C-4E7C-90ED-AE1862869FAA}" dt="2026-01-29T14:13:41.450" v="1338"/>
          <ac:spMkLst>
            <pc:docMk/>
            <pc:sldMk cId="159053208" sldId="264"/>
            <ac:spMk id="4" creationId="{72DB373D-9326-C4E6-59A1-F30E5668BAB4}"/>
          </ac:spMkLst>
        </pc:spChg>
        <pc:spChg chg="add mod ord">
          <ac:chgData name="Камиль Рахимов" userId="00bbe5037eb9e547" providerId="Windows Live" clId="Web-{3139A641-FA9C-4E7C-90ED-AE1862869FAA}" dt="2026-01-29T14:13:41.450" v="1338"/>
          <ac:spMkLst>
            <pc:docMk/>
            <pc:sldMk cId="159053208" sldId="264"/>
            <ac:spMk id="5" creationId="{94B82B28-2A6B-BD90-D6D6-8B6B766F1615}"/>
          </ac:spMkLst>
        </pc:spChg>
        <pc:spChg chg="add mod ord">
          <ac:chgData name="Камиль Рахимов" userId="00bbe5037eb9e547" providerId="Windows Live" clId="Web-{3139A641-FA9C-4E7C-90ED-AE1862869FAA}" dt="2026-01-29T14:13:41.450" v="1338"/>
          <ac:spMkLst>
            <pc:docMk/>
            <pc:sldMk cId="159053208" sldId="264"/>
            <ac:spMk id="6" creationId="{F1155CB1-E202-E330-E321-2B505568C28F}"/>
          </ac:spMkLst>
        </pc:spChg>
      </pc:sldChg>
      <pc:sldChg chg="addSp modSp new">
        <pc:chgData name="Камиль Рахимов" userId="00bbe5037eb9e547" providerId="Windows Live" clId="Web-{3139A641-FA9C-4E7C-90ED-AE1862869FAA}" dt="2026-01-29T14:24:07.590" v="1808" actId="1076"/>
        <pc:sldMkLst>
          <pc:docMk/>
          <pc:sldMk cId="1148518244" sldId="264"/>
        </pc:sldMkLst>
        <pc:spChg chg="mod">
          <ac:chgData name="Камиль Рахимов" userId="00bbe5037eb9e547" providerId="Windows Live" clId="Web-{3139A641-FA9C-4E7C-90ED-AE1862869FAA}" dt="2026-01-29T14:14:14.763" v="1352" actId="20577"/>
          <ac:spMkLst>
            <pc:docMk/>
            <pc:sldMk cId="1148518244" sldId="264"/>
            <ac:spMk id="2" creationId="{8FD58994-1C46-FAED-75C0-35AB3886C441}"/>
          </ac:spMkLst>
        </pc:spChg>
        <pc:spChg chg="mod">
          <ac:chgData name="Камиль Рахимов" userId="00bbe5037eb9e547" providerId="Windows Live" clId="Web-{3139A641-FA9C-4E7C-90ED-AE1862869FAA}" dt="2026-01-29T14:18:11.415" v="1476" actId="20577"/>
          <ac:spMkLst>
            <pc:docMk/>
            <pc:sldMk cId="1148518244" sldId="264"/>
            <ac:spMk id="3" creationId="{6D3EB761-934D-93E1-CFDF-2A41BDC293DB}"/>
          </ac:spMkLst>
        </pc:spChg>
        <pc:picChg chg="add mod">
          <ac:chgData name="Камиль Рахимов" userId="00bbe5037eb9e547" providerId="Windows Live" clId="Web-{3139A641-FA9C-4E7C-90ED-AE1862869FAA}" dt="2026-01-29T14:24:07.590" v="1808" actId="1076"/>
          <ac:picMkLst>
            <pc:docMk/>
            <pc:sldMk cId="1148518244" sldId="264"/>
            <ac:picMk id="4" creationId="{0D373C19-A884-ED66-9B4D-0B4DF67EF40A}"/>
          </ac:picMkLst>
        </pc:picChg>
      </pc:sldChg>
      <pc:sldChg chg="modSp new">
        <pc:chgData name="Камиль Рахимов" userId="00bbe5037eb9e547" providerId="Windows Live" clId="Web-{3139A641-FA9C-4E7C-90ED-AE1862869FAA}" dt="2026-01-29T14:21:05.769" v="1691" actId="20577"/>
        <pc:sldMkLst>
          <pc:docMk/>
          <pc:sldMk cId="391348266" sldId="265"/>
        </pc:sldMkLst>
        <pc:spChg chg="mod">
          <ac:chgData name="Камиль Рахимов" userId="00bbe5037eb9e547" providerId="Windows Live" clId="Web-{3139A641-FA9C-4E7C-90ED-AE1862869FAA}" dt="2026-01-29T14:18:22.806" v="1489" actId="20577"/>
          <ac:spMkLst>
            <pc:docMk/>
            <pc:sldMk cId="391348266" sldId="265"/>
            <ac:spMk id="2" creationId="{98CE0F5E-3CFA-8434-8D6E-27AE76FE6E58}"/>
          </ac:spMkLst>
        </pc:spChg>
        <pc:spChg chg="mod">
          <ac:chgData name="Камиль Рахимов" userId="00bbe5037eb9e547" providerId="Windows Live" clId="Web-{3139A641-FA9C-4E7C-90ED-AE1862869FAA}" dt="2026-01-29T14:21:05.769" v="1691" actId="20577"/>
          <ac:spMkLst>
            <pc:docMk/>
            <pc:sldMk cId="391348266" sldId="265"/>
            <ac:spMk id="3" creationId="{2A2B8DE6-383F-BE40-577A-D576C522EC9A}"/>
          </ac:spMkLst>
        </pc:spChg>
      </pc:sldChg>
      <pc:sldChg chg="addSp modSp new">
        <pc:chgData name="Камиль Рахимов" userId="00bbe5037eb9e547" providerId="Windows Live" clId="Web-{3139A641-FA9C-4E7C-90ED-AE1862869FAA}" dt="2026-01-29T14:23:23.603" v="1804" actId="1076"/>
        <pc:sldMkLst>
          <pc:docMk/>
          <pc:sldMk cId="1221834519" sldId="266"/>
        </pc:sldMkLst>
        <pc:spChg chg="mod">
          <ac:chgData name="Камиль Рахимов" userId="00bbe5037eb9e547" providerId="Windows Live" clId="Web-{3139A641-FA9C-4E7C-90ED-AE1862869FAA}" dt="2026-01-29T14:21:19.879" v="1695" actId="20577"/>
          <ac:spMkLst>
            <pc:docMk/>
            <pc:sldMk cId="1221834519" sldId="266"/>
            <ac:spMk id="2" creationId="{B27AC027-AADE-C0A9-2326-6EE925E02BDA}"/>
          </ac:spMkLst>
        </pc:spChg>
        <pc:spChg chg="mod">
          <ac:chgData name="Камиль Рахимов" userId="00bbe5037eb9e547" providerId="Windows Live" clId="Web-{3139A641-FA9C-4E7C-90ED-AE1862869FAA}" dt="2026-01-29T14:22:54.883" v="1797" actId="20577"/>
          <ac:spMkLst>
            <pc:docMk/>
            <pc:sldMk cId="1221834519" sldId="266"/>
            <ac:spMk id="3" creationId="{A556715B-869E-645F-8D69-0DA852B7DFE0}"/>
          </ac:spMkLst>
        </pc:spChg>
        <pc:picChg chg="add mod modCrop">
          <ac:chgData name="Камиль Рахимов" userId="00bbe5037eb9e547" providerId="Windows Live" clId="Web-{3139A641-FA9C-4E7C-90ED-AE1862869FAA}" dt="2026-01-29T14:23:23.603" v="1804" actId="1076"/>
          <ac:picMkLst>
            <pc:docMk/>
            <pc:sldMk cId="1221834519" sldId="266"/>
            <ac:picMk id="4" creationId="{97DE2980-C1EE-023F-F170-8FD5CF32FDF0}"/>
          </ac:picMkLst>
        </pc:picChg>
      </pc:sldChg>
      <pc:sldChg chg="modSp new">
        <pc:chgData name="Камиль Рахимов" userId="00bbe5037eb9e547" providerId="Windows Live" clId="Web-{3139A641-FA9C-4E7C-90ED-AE1862869FAA}" dt="2026-01-29T14:31:01.007" v="2094" actId="20577"/>
        <pc:sldMkLst>
          <pc:docMk/>
          <pc:sldMk cId="4077294386" sldId="267"/>
        </pc:sldMkLst>
        <pc:spChg chg="mod">
          <ac:chgData name="Камиль Рахимов" userId="00bbe5037eb9e547" providerId="Windows Live" clId="Web-{3139A641-FA9C-4E7C-90ED-AE1862869FAA}" dt="2026-01-29T14:24:27.794" v="1820" actId="20577"/>
          <ac:spMkLst>
            <pc:docMk/>
            <pc:sldMk cId="4077294386" sldId="267"/>
            <ac:spMk id="2" creationId="{C1B5D3FA-234B-9D08-64C7-32625D59EB59}"/>
          </ac:spMkLst>
        </pc:spChg>
        <pc:spChg chg="mod">
          <ac:chgData name="Камиль Рахимов" userId="00bbe5037eb9e547" providerId="Windows Live" clId="Web-{3139A641-FA9C-4E7C-90ED-AE1862869FAA}" dt="2026-01-29T14:31:01.007" v="2094" actId="20577"/>
          <ac:spMkLst>
            <pc:docMk/>
            <pc:sldMk cId="4077294386" sldId="267"/>
            <ac:spMk id="3" creationId="{24B15281-A5A8-CF82-CB0D-0F9E72FAD295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29.01.2026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0799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29.01.2026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37117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29.01.2026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63698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29.01.2026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2576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29.01.2026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80027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29.01.2026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53355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29.01.2026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87541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29.01.2026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56952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29.01.2026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41692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29.01.2026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657274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29.01.2026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22617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FFB779-270B-4192-84BA-A697F48306DC}" type="datetimeFigureOut">
              <a:rPr lang="ru-RU" smtClean="0"/>
              <a:t>29.01.2026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549794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2D Платформер на </a:t>
            </a:r>
            <a:r>
              <a:rPr lang="ru-RU" dirty="0" err="1"/>
              <a:t>Arcade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ru-RU" dirty="0"/>
              <a:t>Проект выполнил:</a:t>
            </a:r>
          </a:p>
          <a:p>
            <a:r>
              <a:rPr lang="ru-RU" dirty="0"/>
              <a:t>Рахимов Камиль</a:t>
            </a:r>
          </a:p>
        </p:txBody>
      </p:sp>
    </p:spTree>
    <p:extLst>
      <p:ext uri="{BB962C8B-B14F-4D97-AF65-F5344CB8AC3E}">
        <p14:creationId xmlns:p14="http://schemas.microsoft.com/office/powerpoint/2010/main" val="13516515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3FAC387-1F49-3387-210E-BA7E3D24ED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Идея проекта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ADCD799-30B8-7301-A1CF-BA45F038CA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ru-RU" dirty="0"/>
              <a:t>Мне хотелось создать игру со свободой выбора: пользователь мог легко передвигаться, устранять врагов и улучшать снаряжение</a:t>
            </a:r>
          </a:p>
          <a:p>
            <a:r>
              <a:rPr lang="ru-RU" dirty="0"/>
              <a:t>Жанр игры - платформер с элементами RPG</a:t>
            </a:r>
          </a:p>
        </p:txBody>
      </p:sp>
      <p:pic>
        <p:nvPicPr>
          <p:cNvPr id="4" name="Рисунок 3" descr="Изображение выглядит как снимок экрана, текст, мультфильм, графическая вставк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AC1CF036-140E-BEBF-D380-EDEDC47B91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5653" y="3759255"/>
            <a:ext cx="4293038" cy="2930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66237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7956699-4912-E35F-B593-A140378B10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Решаемые задачи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A742767-0D53-C214-88EF-3CE3DA7F40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pPr marL="514350" indent="-514350">
              <a:buAutoNum type="arabicPeriod"/>
            </a:pPr>
            <a:r>
              <a:rPr lang="ru-RU" dirty="0">
                <a:solidFill>
                  <a:srgbClr val="000000"/>
                </a:solidFill>
                <a:ea typeface="+mn-lt"/>
                <a:cs typeface="+mn-lt"/>
              </a:rPr>
              <a:t>Реализация физики персонажа (движение, прыжки, гравитация, рывок, лестницы)</a:t>
            </a:r>
            <a:endParaRPr lang="ru-RU" dirty="0">
              <a:solidFill>
                <a:srgbClr val="000000"/>
              </a:solidFill>
            </a:endParaRPr>
          </a:p>
          <a:p>
            <a:pPr marL="514350" indent="-514350">
              <a:buAutoNum type="arabicPeriod"/>
            </a:pPr>
            <a:r>
              <a:rPr lang="ru-RU" dirty="0">
                <a:solidFill>
                  <a:srgbClr val="000000"/>
                </a:solidFill>
                <a:ea typeface="+mn-lt"/>
                <a:cs typeface="+mn-lt"/>
              </a:rPr>
              <a:t>Создание врагов с следованием и реакцией на игрока</a:t>
            </a:r>
            <a:endParaRPr lang="ru-RU" dirty="0"/>
          </a:p>
          <a:p>
            <a:pPr marL="514350" indent="-514350">
              <a:buAutoNum type="arabicPeriod"/>
            </a:pPr>
            <a:r>
              <a:rPr lang="ru-RU" dirty="0">
                <a:solidFill>
                  <a:srgbClr val="000000"/>
                </a:solidFill>
                <a:ea typeface="+mn-lt"/>
                <a:cs typeface="+mn-lt"/>
              </a:rPr>
              <a:t>Разработка системы улучшения и экономики (магазин, монеты)</a:t>
            </a:r>
            <a:endParaRPr lang="ru-RU" dirty="0"/>
          </a:p>
          <a:p>
            <a:pPr marL="514350" indent="-514350">
              <a:buAutoNum type="arabicPeriod"/>
            </a:pPr>
            <a:r>
              <a:rPr lang="ru-RU" dirty="0">
                <a:solidFill>
                  <a:srgbClr val="000000"/>
                </a:solidFill>
                <a:ea typeface="+mn-lt"/>
                <a:cs typeface="+mn-lt"/>
              </a:rPr>
              <a:t>Интеграция системы сохранения прогресса через БД </a:t>
            </a:r>
            <a:r>
              <a:rPr lang="ru-RU" dirty="0" err="1">
                <a:solidFill>
                  <a:srgbClr val="000000"/>
                </a:solidFill>
                <a:ea typeface="+mn-lt"/>
                <a:cs typeface="+mn-lt"/>
              </a:rPr>
              <a:t>SQLite</a:t>
            </a:r>
            <a:endParaRPr lang="ru-RU" dirty="0" err="1"/>
          </a:p>
          <a:p>
            <a:pPr marL="514350" indent="-514350">
              <a:buAutoNum type="arabicPeriod"/>
            </a:pPr>
            <a:r>
              <a:rPr lang="ru-RU" dirty="0"/>
              <a:t>Создание плавной камеры, следующей за игроком</a:t>
            </a:r>
          </a:p>
          <a:p>
            <a:pPr marL="514350" indent="-514350">
              <a:buAutoNum type="arabicPeriod"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888377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2F107B-10E2-6BB9-8D1D-D8BFF4B7CF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Структура проекта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174C8B9-FC27-8D3B-A15A-02C769FAEC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51901"/>
            <a:ext cx="10515600" cy="4351338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514350" indent="-514350">
              <a:buAutoNum type="arabicPeriod"/>
            </a:pPr>
            <a:r>
              <a:rPr lang="ru-RU" dirty="0">
                <a:solidFill>
                  <a:srgbClr val="000000"/>
                </a:solidFill>
                <a:latin typeface="Aptos"/>
              </a:rPr>
              <a:t> Player (персонаж) - управление, анимации, характеристики, реализации физики рывка, атаки, перезарядки, выносливости</a:t>
            </a:r>
          </a:p>
          <a:p>
            <a:pPr marL="514350" indent="-514350">
              <a:buAutoNum type="arabicPeriod"/>
            </a:pPr>
            <a:r>
              <a:rPr lang="ru-RU" err="1">
                <a:solidFill>
                  <a:srgbClr val="000000"/>
                </a:solidFill>
                <a:latin typeface="Aptos"/>
              </a:rPr>
              <a:t>Enemy</a:t>
            </a:r>
            <a:r>
              <a:rPr lang="ru-RU">
                <a:solidFill>
                  <a:srgbClr val="000000"/>
                </a:solidFill>
                <a:latin typeface="Aptos"/>
              </a:rPr>
              <a:t> (враги) - следование за игроком, атака</a:t>
            </a:r>
          </a:p>
          <a:p>
            <a:pPr marL="514350" indent="-514350">
              <a:buAutoNum type="arabicPeriod"/>
            </a:pPr>
            <a:r>
              <a:rPr lang="ru-RU" err="1">
                <a:solidFill>
                  <a:srgbClr val="000000"/>
                </a:solidFill>
                <a:latin typeface="Aptos"/>
              </a:rPr>
              <a:t>Bullet</a:t>
            </a:r>
            <a:r>
              <a:rPr lang="ru-RU">
                <a:solidFill>
                  <a:srgbClr val="000000"/>
                </a:solidFill>
                <a:latin typeface="Aptos"/>
              </a:rPr>
              <a:t> (пули) - система стрельбы</a:t>
            </a:r>
          </a:p>
          <a:p>
            <a:pPr marL="514350" indent="-514350">
              <a:buAutoNum type="arabicPeriod"/>
            </a:pPr>
            <a:r>
              <a:rPr lang="ru-RU" dirty="0" err="1">
                <a:solidFill>
                  <a:srgbClr val="000000"/>
                </a:solidFill>
                <a:latin typeface="Aptos"/>
              </a:rPr>
              <a:t>DamageNumber</a:t>
            </a:r>
            <a:r>
              <a:rPr lang="ru-RU" dirty="0">
                <a:solidFill>
                  <a:srgbClr val="000000"/>
                </a:solidFill>
                <a:latin typeface="Aptos"/>
              </a:rPr>
              <a:t> - визуализация урона</a:t>
            </a:r>
          </a:p>
          <a:p>
            <a:pPr marL="514350" indent="-514350">
              <a:buAutoNum type="arabicPeriod"/>
            </a:pPr>
            <a:r>
              <a:rPr lang="ru-RU" dirty="0" err="1">
                <a:solidFill>
                  <a:srgbClr val="000000"/>
                </a:solidFill>
                <a:latin typeface="Aptos"/>
              </a:rPr>
              <a:t>BetterPhysicEngine</a:t>
            </a:r>
            <a:r>
              <a:rPr lang="ru-RU" dirty="0">
                <a:solidFill>
                  <a:srgbClr val="000000"/>
                </a:solidFill>
                <a:latin typeface="Aptos"/>
              </a:rPr>
              <a:t> - кастомная физика, более точная обработка </a:t>
            </a:r>
            <a:r>
              <a:rPr lang="ru-RU" dirty="0" err="1">
                <a:solidFill>
                  <a:srgbClr val="000000"/>
                </a:solidFill>
                <a:latin typeface="Aptos"/>
              </a:rPr>
              <a:t>хитбоксов</a:t>
            </a:r>
            <a:r>
              <a:rPr lang="ru-RU" dirty="0">
                <a:solidFill>
                  <a:srgbClr val="000000"/>
                </a:solidFill>
                <a:latin typeface="Aptos"/>
              </a:rPr>
              <a:t> игрока
</a:t>
            </a:r>
            <a:endParaRPr lang="ru-RU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503374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F3BE1CD-D5CE-F959-A8ED-9FE40F54E0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Структура проекта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C8F29A0-B8D9-FD70-ACC1-11CCEF32FD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ru-RU" dirty="0"/>
              <a:t>6. View-классы (все окна игры):</a:t>
            </a:r>
            <a:br>
              <a:rPr lang="ru-RU" dirty="0"/>
            </a:br>
            <a:r>
              <a:rPr lang="ru-RU" dirty="0"/>
              <a:t> - </a:t>
            </a:r>
            <a:r>
              <a:rPr lang="ru-RU" dirty="0" err="1"/>
              <a:t>MyGame</a:t>
            </a:r>
            <a:r>
              <a:rPr lang="ru-RU" dirty="0"/>
              <a:t> (основная игра)</a:t>
            </a:r>
            <a:br>
              <a:rPr lang="ru-RU" dirty="0"/>
            </a:br>
            <a:r>
              <a:rPr lang="ru-RU" dirty="0"/>
              <a:t> - </a:t>
            </a:r>
            <a:r>
              <a:rPr lang="ru-RU" dirty="0" err="1"/>
              <a:t>MenuView</a:t>
            </a:r>
            <a:r>
              <a:rPr lang="ru-RU" dirty="0"/>
              <a:t> (главное меню, перемещение по другим окнам)</a:t>
            </a:r>
            <a:br>
              <a:rPr lang="ru-RU" dirty="0"/>
            </a:br>
            <a:r>
              <a:rPr lang="ru-RU" dirty="0"/>
              <a:t> - </a:t>
            </a:r>
            <a:r>
              <a:rPr lang="ru-RU" dirty="0" err="1"/>
              <a:t>ShopView</a:t>
            </a:r>
            <a:r>
              <a:rPr lang="ru-RU" dirty="0"/>
              <a:t> (магазин, улучшение персонажа)</a:t>
            </a:r>
            <a:br>
              <a:rPr lang="ru-RU" dirty="0"/>
            </a:br>
            <a:r>
              <a:rPr lang="ru-RU" dirty="0"/>
              <a:t> - </a:t>
            </a:r>
            <a:r>
              <a:rPr lang="ru-RU" dirty="0" err="1"/>
              <a:t>LevelsView</a:t>
            </a:r>
            <a:r>
              <a:rPr lang="ru-RU" dirty="0"/>
              <a:t> (выбор уровня)</a:t>
            </a:r>
            <a:br>
              <a:rPr lang="ru-RU" dirty="0"/>
            </a:br>
            <a:r>
              <a:rPr lang="ru-RU" dirty="0"/>
              <a:t> - </a:t>
            </a:r>
            <a:r>
              <a:rPr lang="ru-RU" dirty="0" err="1"/>
              <a:t>PauseView</a:t>
            </a:r>
            <a:r>
              <a:rPr lang="ru-RU" dirty="0"/>
              <a:t> (пауза)</a:t>
            </a:r>
            <a:br>
              <a:rPr lang="ru-RU" dirty="0"/>
            </a:br>
            <a:r>
              <a:rPr lang="ru-RU" dirty="0"/>
              <a:t> - </a:t>
            </a:r>
            <a:r>
              <a:rPr lang="ru-RU" dirty="0" err="1"/>
              <a:t>FinalView</a:t>
            </a:r>
            <a:r>
              <a:rPr lang="ru-RU" dirty="0"/>
              <a:t> (финальное окно после окончания игры, подсчет результатов)</a:t>
            </a:r>
          </a:p>
        </p:txBody>
      </p:sp>
    </p:spTree>
    <p:extLst>
      <p:ext uri="{BB962C8B-B14F-4D97-AF65-F5344CB8AC3E}">
        <p14:creationId xmlns:p14="http://schemas.microsoft.com/office/powerpoint/2010/main" val="7274955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8CE0F5E-3CFA-8434-8D6E-27AE76FE6E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Структура базы данных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A2B8DE6-383F-BE40-577A-D576C522EC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ru-RU" dirty="0"/>
              <a:t>Одна таблица Player, которая решает все вопросы игры:</a:t>
            </a:r>
          </a:p>
          <a:p>
            <a:r>
              <a:rPr lang="ru-RU" dirty="0" err="1"/>
              <a:t>health_level</a:t>
            </a:r>
            <a:r>
              <a:rPr lang="ru-RU" dirty="0"/>
              <a:t>, </a:t>
            </a:r>
            <a:r>
              <a:rPr lang="ru-RU" dirty="0" err="1"/>
              <a:t>damage_level</a:t>
            </a:r>
            <a:r>
              <a:rPr lang="ru-RU" dirty="0"/>
              <a:t>, </a:t>
            </a:r>
            <a:r>
              <a:rPr lang="ru-RU" dirty="0" err="1"/>
              <a:t>reload_level</a:t>
            </a:r>
            <a:r>
              <a:rPr lang="ru-RU" dirty="0"/>
              <a:t> - столбцы для хранения уровня улучшений пользователя</a:t>
            </a:r>
          </a:p>
          <a:p>
            <a:r>
              <a:rPr lang="ru-RU" err="1"/>
              <a:t>money</a:t>
            </a:r>
            <a:r>
              <a:rPr lang="ru-RU"/>
              <a:t> - поле, отражающее текущее количество монет у игрока</a:t>
            </a:r>
          </a:p>
          <a:p>
            <a:r>
              <a:rPr lang="ru-RU" dirty="0" err="1"/>
              <a:t>Last_level</a:t>
            </a:r>
            <a:r>
              <a:rPr lang="ru-RU" dirty="0"/>
              <a:t> - столбец для хранения уровня игры, на котором в последний раз играл пользователь</a:t>
            </a:r>
          </a:p>
        </p:txBody>
      </p:sp>
    </p:spTree>
    <p:extLst>
      <p:ext uri="{BB962C8B-B14F-4D97-AF65-F5344CB8AC3E}">
        <p14:creationId xmlns:p14="http://schemas.microsoft.com/office/powerpoint/2010/main" val="3913482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15DC1C9-07E6-9F7C-3E0D-AD0895A19C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Особенности проекта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3E6D8B3-ADE5-FD8E-0166-44A489EC25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ru-RU" dirty="0"/>
              <a:t>Собственная физика подъема по лестнице (</a:t>
            </a:r>
            <a:br>
              <a:rPr lang="ru-RU" dirty="0"/>
            </a:br>
            <a:r>
              <a:rPr lang="ru-RU" dirty="0"/>
              <a:t>разделение на 2 разных </a:t>
            </a:r>
            <a:r>
              <a:rPr lang="ru-RU" dirty="0" err="1"/>
              <a:t>тайла</a:t>
            </a:r>
            <a:r>
              <a:rPr lang="ru-RU" dirty="0"/>
              <a:t>: верхушку и саму лестницу; </a:t>
            </a:r>
            <a:r>
              <a:rPr lang="ru-RU" dirty="0">
                <a:solidFill>
                  <a:srgbClr val="000000"/>
                </a:solidFill>
                <a:ea typeface="+mn-lt"/>
                <a:cs typeface="+mn-lt"/>
              </a:rPr>
              <a:t>Верхушки лестниц временно становятся стенами при подходе</a:t>
            </a:r>
            <a:br>
              <a:rPr lang="ru-RU" dirty="0">
                <a:solidFill>
                  <a:srgbClr val="000000"/>
                </a:solidFill>
                <a:ea typeface="+mn-lt"/>
                <a:cs typeface="+mn-lt"/>
              </a:rPr>
            </a:br>
            <a:r>
              <a:rPr lang="ru-RU" dirty="0">
                <a:solidFill>
                  <a:srgbClr val="000000"/>
                </a:solidFill>
                <a:ea typeface="+mn-lt"/>
                <a:cs typeface="+mn-lt"/>
              </a:rPr>
              <a:t>сверху, но отключаются при необходимости спуска)</a:t>
            </a:r>
            <a:endParaRPr lang="ru-RU" dirty="0"/>
          </a:p>
          <a:p>
            <a:r>
              <a:rPr lang="ru-RU" dirty="0"/>
              <a:t>Кастомные </a:t>
            </a:r>
            <a:r>
              <a:rPr lang="ru-RU" dirty="0" err="1"/>
              <a:t>хитбоксы</a:t>
            </a:r>
            <a:r>
              <a:rPr lang="ru-RU" dirty="0"/>
              <a:t>: позволяют более точно обрабатывать столкновения, делает игру более реальной</a:t>
            </a:r>
          </a:p>
          <a:p>
            <a:r>
              <a:rPr lang="ru-RU" dirty="0"/>
              <a:t>Все </a:t>
            </a:r>
            <a:r>
              <a:rPr lang="ru-RU" dirty="0" err="1"/>
              <a:t>тайлы</a:t>
            </a:r>
            <a:r>
              <a:rPr lang="ru-RU" dirty="0"/>
              <a:t> и спрайты нарисованы автором!</a:t>
            </a:r>
          </a:p>
        </p:txBody>
      </p:sp>
      <p:pic>
        <p:nvPicPr>
          <p:cNvPr id="4" name="Рисунок 3" descr="Изображение выглядит как текст, снимок экрана, программное обеспечение, Мультимедийное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B67F7E3E-CF41-1396-0854-B231D5D6642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010" t="23016" r="62289" b="32540"/>
          <a:stretch>
            <a:fillRect/>
          </a:stretch>
        </p:blipFill>
        <p:spPr>
          <a:xfrm>
            <a:off x="9432471" y="4156910"/>
            <a:ext cx="1912609" cy="2702280"/>
          </a:xfrm>
          <a:prstGeom prst="rect">
            <a:avLst/>
          </a:prstGeom>
          <a:ln>
            <a:solidFill>
              <a:srgbClr val="4472C4"/>
            </a:solidFill>
          </a:ln>
        </p:spPr>
      </p:pic>
    </p:spTree>
    <p:extLst>
      <p:ext uri="{BB962C8B-B14F-4D97-AF65-F5344CB8AC3E}">
        <p14:creationId xmlns:p14="http://schemas.microsoft.com/office/powerpoint/2010/main" val="19047355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27AC027-AADE-C0A9-2326-6EE925E02B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Особенности проекта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556715B-869E-645F-8D69-0DA852B7DF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ru-RU" dirty="0"/>
              <a:t>Небольшое авторское изменения физики камеры:</a:t>
            </a:r>
            <a:br>
              <a:rPr lang="ru-RU" dirty="0"/>
            </a:br>
            <a:r>
              <a:rPr lang="ru-RU" dirty="0"/>
              <a:t>При прыжке камера остается в фиксированном положении и не двигается, но при приземлении на высоту выше плавно передвигается к игроку</a:t>
            </a:r>
          </a:p>
        </p:txBody>
      </p:sp>
      <p:pic>
        <p:nvPicPr>
          <p:cNvPr id="4" name="Рисунок 3" descr="Изображение выглядит как текст, снимок экрана, Мультимедийное программное обеспечение,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97DE2980-C1EE-023F-F170-8FD5CF32FDF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194" t="30412" r="50171" b="13792"/>
          <a:stretch>
            <a:fillRect/>
          </a:stretch>
        </p:blipFill>
        <p:spPr>
          <a:xfrm>
            <a:off x="7336971" y="3429000"/>
            <a:ext cx="2432793" cy="3184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18345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E92168B-B3BE-6629-ECFB-CD4660500C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Использованные технологии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A7D6B41-C3B5-EF5F-113F-8292F2E683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ru-RU" dirty="0"/>
              <a:t>Основа игры написана на библиотеке </a:t>
            </a:r>
            <a:r>
              <a:rPr lang="ru-RU" dirty="0" err="1"/>
              <a:t>arcade</a:t>
            </a:r>
          </a:p>
          <a:p>
            <a:r>
              <a:rPr lang="ru-RU" dirty="0"/>
              <a:t>Чтобы обеспечить физику случайности - модуль </a:t>
            </a:r>
            <a:r>
              <a:rPr lang="ru-RU" dirty="0" err="1"/>
              <a:t>random</a:t>
            </a:r>
            <a:endParaRPr lang="ru-RU" dirty="0"/>
          </a:p>
          <a:p>
            <a:r>
              <a:rPr lang="ru-RU" dirty="0"/>
              <a:t>Для корректного хранения прогресса и обращения к базе данных - </a:t>
            </a:r>
            <a:r>
              <a:rPr lang="ru-RU" err="1"/>
              <a:t>os</a:t>
            </a:r>
            <a:r>
              <a:rPr lang="ru-RU" dirty="0"/>
              <a:t>, </a:t>
            </a:r>
            <a:r>
              <a:rPr lang="ru-RU" err="1"/>
              <a:t>sqlite</a:t>
            </a:r>
            <a:endParaRPr lang="ru-RU"/>
          </a:p>
          <a:p>
            <a:r>
              <a:rPr lang="ru-RU" dirty="0"/>
              <a:t>В качестве редактора </a:t>
            </a:r>
            <a:r>
              <a:rPr lang="ru-RU" dirty="0" err="1"/>
              <a:t>тайловых</a:t>
            </a:r>
            <a:r>
              <a:rPr lang="ru-RU" dirty="0"/>
              <a:t> карт - программа </a:t>
            </a:r>
            <a:r>
              <a:rPr lang="ru-RU" dirty="0" err="1"/>
              <a:t>Tiled</a:t>
            </a:r>
          </a:p>
        </p:txBody>
      </p:sp>
    </p:spTree>
    <p:extLst>
      <p:ext uri="{BB962C8B-B14F-4D97-AF65-F5344CB8AC3E}">
        <p14:creationId xmlns:p14="http://schemas.microsoft.com/office/powerpoint/2010/main" val="40497317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F5DE2C4-3989-0B2D-53B3-225505405A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Выводы по работе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A9DE4B2-3BA5-77E4-DAED-89920D38B7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ru-RU" dirty="0"/>
              <a:t>Была проделана огромная и интересная работа. Я горжусь полученным результатом, ведь вложил в него много сил и времени.</a:t>
            </a:r>
          </a:p>
          <a:p>
            <a:pPr marL="0" indent="0">
              <a:buNone/>
            </a:pPr>
            <a:r>
              <a:rPr lang="ru-RU" dirty="0"/>
              <a:t>В ходе проекта мне пришлось столкнутся с разными проблемами, с которыми нужно было разбираться. Такой опыт научил меня предсказывать возможные ошибки и заранее устранять их.</a:t>
            </a:r>
          </a:p>
        </p:txBody>
      </p:sp>
    </p:spTree>
    <p:extLst>
      <p:ext uri="{BB962C8B-B14F-4D97-AF65-F5344CB8AC3E}">
        <p14:creationId xmlns:p14="http://schemas.microsoft.com/office/powerpoint/2010/main" val="20889567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FD58994-1C46-FAED-75C0-35AB3886C4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Сильные стороны проекта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D3EB761-934D-93E1-CFDF-2A41BDC293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ru-RU" dirty="0"/>
              <a:t>Реализация кастомной физики</a:t>
            </a:r>
          </a:p>
          <a:p>
            <a:r>
              <a:rPr lang="ru-RU" dirty="0"/>
              <a:t>Враги с механизмом следования за игроком</a:t>
            </a:r>
          </a:p>
          <a:p>
            <a:r>
              <a:rPr lang="ru-RU" dirty="0"/>
              <a:t>Система улучшений и сохранением прогресса</a:t>
            </a:r>
          </a:p>
          <a:p>
            <a:r>
              <a:rPr lang="ru-RU" dirty="0"/>
              <a:t>Камера с авторским изменением физики</a:t>
            </a:r>
          </a:p>
        </p:txBody>
      </p:sp>
      <p:pic>
        <p:nvPicPr>
          <p:cNvPr id="4" name="Рисунок 3" descr="Изображение выглядит как снимок экрана, мультфильм, Анимация, Мультфильм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0D373C19-A884-ED66-9B4D-0B4DF67EF4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1918" y="3996418"/>
            <a:ext cx="4427765" cy="2740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85182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1B5D3FA-234B-9D08-64C7-32625D59EB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Возможности для доработки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4B15281-A5A8-CF82-CB0D-0F9E72FAD2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ru-RU" dirty="0"/>
              <a:t>Более продвинутая физика сражений: </a:t>
            </a:r>
            <a:br>
              <a:rPr lang="ru-RU" dirty="0"/>
            </a:br>
            <a:r>
              <a:rPr lang="ru-RU" dirty="0"/>
              <a:t>Замирания камеры до тех пор, пока игрок не одолеет все врагов; враги отходят после удара, возможность уворачиваться; физика прыжков у врагов, чтобы доставать игрока везде</a:t>
            </a:r>
          </a:p>
          <a:p>
            <a:r>
              <a:rPr lang="ru-RU"/>
              <a:t>Добавить ближний формат атаки</a:t>
            </a:r>
          </a:p>
          <a:p>
            <a:r>
              <a:rPr lang="ru-RU" dirty="0"/>
              <a:t>Накапливаемый шанс критического урона</a:t>
            </a:r>
          </a:p>
          <a:p>
            <a:r>
              <a:rPr lang="ru-RU" dirty="0"/>
              <a:t>Шанс получить отрицательные эффекты после удара врага</a:t>
            </a:r>
          </a:p>
        </p:txBody>
      </p:sp>
    </p:spTree>
    <p:extLst>
      <p:ext uri="{BB962C8B-B14F-4D97-AF65-F5344CB8AC3E}">
        <p14:creationId xmlns:p14="http://schemas.microsoft.com/office/powerpoint/2010/main" val="407729438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Широкоэкранный</PresentationFormat>
  <Paragraphs>0</Paragraphs>
  <Slides>12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3" baseType="lpstr">
      <vt:lpstr>Тема Office</vt:lpstr>
      <vt:lpstr>2D Платформер на Arcade</vt:lpstr>
      <vt:lpstr>Идея проекта</vt:lpstr>
      <vt:lpstr>Решаемые задачи</vt:lpstr>
      <vt:lpstr>Структура проекта</vt:lpstr>
      <vt:lpstr>Структура проекта</vt:lpstr>
      <vt:lpstr>Структура базы данных</vt:lpstr>
      <vt:lpstr>Особенности проекта</vt:lpstr>
      <vt:lpstr>Особенности проекта</vt:lpstr>
      <vt:lpstr>Использованные технологии</vt:lpstr>
      <vt:lpstr>Выводы по работе</vt:lpstr>
      <vt:lpstr>Сильные стороны проекта</vt:lpstr>
      <vt:lpstr>Возможности для доработки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310</cp:revision>
  <dcterms:created xsi:type="dcterms:W3CDTF">2026-01-29T13:37:50Z</dcterms:created>
  <dcterms:modified xsi:type="dcterms:W3CDTF">2026-01-29T14:31:01Z</dcterms:modified>
</cp:coreProperties>
</file>